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9" r:id="rId4"/>
    <p:sldId id="258" r:id="rId5"/>
    <p:sldId id="285" r:id="rId6"/>
    <p:sldId id="268" r:id="rId7"/>
    <p:sldId id="278" r:id="rId8"/>
    <p:sldId id="271" r:id="rId9"/>
    <p:sldId id="280" r:id="rId10"/>
    <p:sldId id="281" r:id="rId11"/>
    <p:sldId id="282" r:id="rId12"/>
    <p:sldId id="283" r:id="rId13"/>
    <p:sldId id="288" r:id="rId14"/>
    <p:sldId id="286" r:id="rId15"/>
    <p:sldId id="287" r:id="rId16"/>
    <p:sldId id="289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1894A-EE31-4F2F-A332-BB5277158187}" v="44" dt="2026-04-03T17:09:28.627"/>
    <p1510:client id="{84543DA4-C11F-4B5A-95AC-13248E97288E}" v="9" dt="2026-04-04T07:02:18.0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sathi54@outlook.com" userId="e60a06de19adc48e" providerId="LiveId" clId="{C7993F38-9EB3-4A51-95E2-7B22D94C18B2}"/>
    <pc:docChg chg="undo custSel modSld">
      <pc:chgData name="harshithasathi54@outlook.com" userId="e60a06de19adc48e" providerId="LiveId" clId="{C7993F38-9EB3-4A51-95E2-7B22D94C18B2}" dt="2026-04-04T07:04:18.177" v="113" actId="1076"/>
      <pc:docMkLst>
        <pc:docMk/>
      </pc:docMkLst>
      <pc:sldChg chg="modSp mod">
        <pc:chgData name="harshithasathi54@outlook.com" userId="e60a06de19adc48e" providerId="LiveId" clId="{C7993F38-9EB3-4A51-95E2-7B22D94C18B2}" dt="2026-04-04T06:56:40.682" v="55" actId="20577"/>
        <pc:sldMkLst>
          <pc:docMk/>
          <pc:sldMk cId="0" sldId="256"/>
        </pc:sldMkLst>
        <pc:spChg chg="mod">
          <ac:chgData name="harshithasathi54@outlook.com" userId="e60a06de19adc48e" providerId="LiveId" clId="{C7993F38-9EB3-4A51-95E2-7B22D94C18B2}" dt="2026-04-04T06:50:45.903" v="0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harshithasathi54@outlook.com" userId="e60a06de19adc48e" providerId="LiveId" clId="{C7993F38-9EB3-4A51-95E2-7B22D94C18B2}" dt="2026-04-04T06:56:40.682" v="55" actId="20577"/>
          <ac:spMkLst>
            <pc:docMk/>
            <pc:sldMk cId="0" sldId="256"/>
            <ac:spMk id="5" creationId="{D6041C8A-6B43-1DDA-445F-FC17CFE851D3}"/>
          </ac:spMkLst>
        </pc:spChg>
      </pc:sldChg>
      <pc:sldChg chg="modSp mod">
        <pc:chgData name="harshithasathi54@outlook.com" userId="e60a06de19adc48e" providerId="LiveId" clId="{C7993F38-9EB3-4A51-95E2-7B22D94C18B2}" dt="2026-04-04T07:04:09.721" v="112" actId="20577"/>
        <pc:sldMkLst>
          <pc:docMk/>
          <pc:sldMk cId="2694192783" sldId="268"/>
        </pc:sldMkLst>
        <pc:spChg chg="mod">
          <ac:chgData name="harshithasathi54@outlook.com" userId="e60a06de19adc48e" providerId="LiveId" clId="{C7993F38-9EB3-4A51-95E2-7B22D94C18B2}" dt="2026-04-04T07:04:09.721" v="112" actId="20577"/>
          <ac:spMkLst>
            <pc:docMk/>
            <pc:sldMk cId="2694192783" sldId="268"/>
            <ac:spMk id="6" creationId="{DABB4592-5775-79D7-4F02-0BE4F7025B51}"/>
          </ac:spMkLst>
        </pc:spChg>
        <pc:picChg chg="mod">
          <ac:chgData name="harshithasathi54@outlook.com" userId="e60a06de19adc48e" providerId="LiveId" clId="{C7993F38-9EB3-4A51-95E2-7B22D94C18B2}" dt="2026-04-04T07:03:57.144" v="108" actId="1076"/>
          <ac:picMkLst>
            <pc:docMk/>
            <pc:sldMk cId="2694192783" sldId="268"/>
            <ac:picMk id="5" creationId="{AE383897-FAE0-4653-B568-6EACA4A2FE94}"/>
          </ac:picMkLst>
        </pc:picChg>
      </pc:sldChg>
      <pc:sldChg chg="modSp mod">
        <pc:chgData name="harshithasathi54@outlook.com" userId="e60a06de19adc48e" providerId="LiveId" clId="{C7993F38-9EB3-4A51-95E2-7B22D94C18B2}" dt="2026-04-04T07:00:16.314" v="60" actId="1076"/>
        <pc:sldMkLst>
          <pc:docMk/>
          <pc:sldMk cId="314495878" sldId="271"/>
        </pc:sldMkLst>
        <pc:spChg chg="mod">
          <ac:chgData name="harshithasathi54@outlook.com" userId="e60a06de19adc48e" providerId="LiveId" clId="{C7993F38-9EB3-4A51-95E2-7B22D94C18B2}" dt="2026-04-04T07:00:16.314" v="60" actId="1076"/>
          <ac:spMkLst>
            <pc:docMk/>
            <pc:sldMk cId="314495878" sldId="271"/>
            <ac:spMk id="12" creationId="{2E698EF3-6CC5-CB2B-B3DF-1F2230442C23}"/>
          </ac:spMkLst>
        </pc:spChg>
        <pc:picChg chg="mod">
          <ac:chgData name="harshithasathi54@outlook.com" userId="e60a06de19adc48e" providerId="LiveId" clId="{C7993F38-9EB3-4A51-95E2-7B22D94C18B2}" dt="2026-04-04T07:00:12.842" v="59" actId="1076"/>
          <ac:picMkLst>
            <pc:docMk/>
            <pc:sldMk cId="314495878" sldId="271"/>
            <ac:picMk id="17" creationId="{3B5C4AE2-9CBB-BF7C-B911-6E2FCAD89354}"/>
          </ac:picMkLst>
        </pc:picChg>
      </pc:sldChg>
      <pc:sldChg chg="modSp mod">
        <pc:chgData name="harshithasathi54@outlook.com" userId="e60a06de19adc48e" providerId="LiveId" clId="{C7993F38-9EB3-4A51-95E2-7B22D94C18B2}" dt="2026-04-04T06:57:18.278" v="58" actId="1076"/>
        <pc:sldMkLst>
          <pc:docMk/>
          <pc:sldMk cId="1283146156" sldId="280"/>
        </pc:sldMkLst>
        <pc:spChg chg="mod">
          <ac:chgData name="harshithasathi54@outlook.com" userId="e60a06de19adc48e" providerId="LiveId" clId="{C7993F38-9EB3-4A51-95E2-7B22D94C18B2}" dt="2026-04-04T06:57:18.278" v="58" actId="1076"/>
          <ac:spMkLst>
            <pc:docMk/>
            <pc:sldMk cId="1283146156" sldId="280"/>
            <ac:spMk id="3" creationId="{6EC60B14-82EF-B8B1-92D6-80FE504D73B5}"/>
          </ac:spMkLst>
        </pc:spChg>
        <pc:picChg chg="mod">
          <ac:chgData name="harshithasathi54@outlook.com" userId="e60a06de19adc48e" providerId="LiveId" clId="{C7993F38-9EB3-4A51-95E2-7B22D94C18B2}" dt="2026-04-04T06:57:08.595" v="57" actId="14100"/>
          <ac:picMkLst>
            <pc:docMk/>
            <pc:sldMk cId="1283146156" sldId="280"/>
            <ac:picMk id="14" creationId="{3A8FE521-8F97-1E9D-86A4-39AE2DF416BA}"/>
          </ac:picMkLst>
        </pc:picChg>
      </pc:sldChg>
      <pc:sldChg chg="addSp delSp modSp mod">
        <pc:chgData name="harshithasathi54@outlook.com" userId="e60a06de19adc48e" providerId="LiveId" clId="{C7993F38-9EB3-4A51-95E2-7B22D94C18B2}" dt="2026-04-04T07:01:50.166" v="71" actId="1076"/>
        <pc:sldMkLst>
          <pc:docMk/>
          <pc:sldMk cId="1612920987" sldId="281"/>
        </pc:sldMkLst>
        <pc:spChg chg="mod">
          <ac:chgData name="harshithasathi54@outlook.com" userId="e60a06de19adc48e" providerId="LiveId" clId="{C7993F38-9EB3-4A51-95E2-7B22D94C18B2}" dt="2026-04-04T07:01:45.206" v="70" actId="14100"/>
          <ac:spMkLst>
            <pc:docMk/>
            <pc:sldMk cId="1612920987" sldId="281"/>
            <ac:spMk id="2" creationId="{FB5E5093-7BBB-DCB0-DDE0-E9D7266FB535}"/>
          </ac:spMkLst>
        </pc:spChg>
        <pc:picChg chg="add mod">
          <ac:chgData name="harshithasathi54@outlook.com" userId="e60a06de19adc48e" providerId="LiveId" clId="{C7993F38-9EB3-4A51-95E2-7B22D94C18B2}" dt="2026-04-04T07:01:50.166" v="71" actId="1076"/>
          <ac:picMkLst>
            <pc:docMk/>
            <pc:sldMk cId="1612920987" sldId="281"/>
            <ac:picMk id="13" creationId="{A1B8A0C9-1401-76A5-D739-0BA5FFCF3816}"/>
          </ac:picMkLst>
        </pc:picChg>
        <pc:picChg chg="del mod">
          <ac:chgData name="harshithasathi54@outlook.com" userId="e60a06de19adc48e" providerId="LiveId" clId="{C7993F38-9EB3-4A51-95E2-7B22D94C18B2}" dt="2026-04-04T07:01:32.553" v="66" actId="478"/>
          <ac:picMkLst>
            <pc:docMk/>
            <pc:sldMk cId="1612920987" sldId="281"/>
            <ac:picMk id="14" creationId="{072427BC-2A92-78ED-478A-43929D1C2564}"/>
          </ac:picMkLst>
        </pc:picChg>
      </pc:sldChg>
      <pc:sldChg chg="modSp mod">
        <pc:chgData name="harshithasathi54@outlook.com" userId="e60a06de19adc48e" providerId="LiveId" clId="{C7993F38-9EB3-4A51-95E2-7B22D94C18B2}" dt="2026-04-04T07:01:58.434" v="74" actId="1076"/>
        <pc:sldMkLst>
          <pc:docMk/>
          <pc:sldMk cId="4288361626" sldId="282"/>
        </pc:sldMkLst>
        <pc:spChg chg="mod">
          <ac:chgData name="harshithasathi54@outlook.com" userId="e60a06de19adc48e" providerId="LiveId" clId="{C7993F38-9EB3-4A51-95E2-7B22D94C18B2}" dt="2026-04-04T07:01:58.434" v="74" actId="1076"/>
          <ac:spMkLst>
            <pc:docMk/>
            <pc:sldMk cId="4288361626" sldId="282"/>
            <ac:spMk id="3" creationId="{13263F20-20C6-E1E3-BB2C-1B99ABD7A29C}"/>
          </ac:spMkLst>
        </pc:spChg>
        <pc:picChg chg="mod">
          <ac:chgData name="harshithasathi54@outlook.com" userId="e60a06de19adc48e" providerId="LiveId" clId="{C7993F38-9EB3-4A51-95E2-7B22D94C18B2}" dt="2026-04-04T07:01:53.474" v="72" actId="1076"/>
          <ac:picMkLst>
            <pc:docMk/>
            <pc:sldMk cId="4288361626" sldId="282"/>
            <ac:picMk id="14" creationId="{95993C19-0F8F-3CA4-0B51-37CA0A7301DE}"/>
          </ac:picMkLst>
        </pc:picChg>
      </pc:sldChg>
      <pc:sldChg chg="modSp mod">
        <pc:chgData name="harshithasathi54@outlook.com" userId="e60a06de19adc48e" providerId="LiveId" clId="{C7993F38-9EB3-4A51-95E2-7B22D94C18B2}" dt="2026-04-04T07:02:18.021" v="79" actId="1036"/>
        <pc:sldMkLst>
          <pc:docMk/>
          <pc:sldMk cId="4111631063" sldId="283"/>
        </pc:sldMkLst>
        <pc:spChg chg="mod">
          <ac:chgData name="harshithasathi54@outlook.com" userId="e60a06de19adc48e" providerId="LiveId" clId="{C7993F38-9EB3-4A51-95E2-7B22D94C18B2}" dt="2026-04-04T07:02:18.021" v="79" actId="1036"/>
          <ac:spMkLst>
            <pc:docMk/>
            <pc:sldMk cId="4111631063" sldId="283"/>
            <ac:spMk id="2" creationId="{FA283D05-CDB1-CC2F-0607-9992CD08CB66}"/>
          </ac:spMkLst>
        </pc:spChg>
        <pc:picChg chg="mod">
          <ac:chgData name="harshithasathi54@outlook.com" userId="e60a06de19adc48e" providerId="LiveId" clId="{C7993F38-9EB3-4A51-95E2-7B22D94C18B2}" dt="2026-04-04T07:02:10.230" v="76" actId="1076"/>
          <ac:picMkLst>
            <pc:docMk/>
            <pc:sldMk cId="4111631063" sldId="283"/>
            <ac:picMk id="14" creationId="{B37505D7-F698-D6F1-8C2D-40899AC12902}"/>
          </ac:picMkLst>
        </pc:picChg>
      </pc:sldChg>
      <pc:sldChg chg="modSp mod">
        <pc:chgData name="harshithasathi54@outlook.com" userId="e60a06de19adc48e" providerId="LiveId" clId="{C7993F38-9EB3-4A51-95E2-7B22D94C18B2}" dt="2026-04-04T07:04:18.177" v="113" actId="1076"/>
        <pc:sldMkLst>
          <pc:docMk/>
          <pc:sldMk cId="2581626846" sldId="285"/>
        </pc:sldMkLst>
        <pc:spChg chg="mod">
          <ac:chgData name="harshithasathi54@outlook.com" userId="e60a06de19adc48e" providerId="LiveId" clId="{C7993F38-9EB3-4A51-95E2-7B22D94C18B2}" dt="2026-04-04T07:04:18.177" v="113" actId="1076"/>
          <ac:spMkLst>
            <pc:docMk/>
            <pc:sldMk cId="2581626846" sldId="285"/>
            <ac:spMk id="6" creationId="{0F6AAB6E-DBA9-6D3D-2DDC-81F7EEA609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144944"/>
            <a:ext cx="4468831" cy="9218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66800"/>
            <a:ext cx="7086600" cy="16071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CART SIMULATION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JAVA AND MySQL (JDBC)</a:t>
            </a:r>
            <a:endParaRPr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38200" y="2257044"/>
            <a:ext cx="8719106" cy="340221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PRESENTED BY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K. Manikanta     – 24B11AI164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	R. Krishna          – 24B11AI363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	K. Harish            – 24B11AI436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	S. Revanth          – 24B11AI379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7900" y="5570789"/>
            <a:ext cx="5486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esteemed guidance of: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K. Kavya Ramya Sree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1258220" y="1000000"/>
            <a:ext cx="4200000" cy="6000000"/>
          </a:xfrm>
          <a:prstGeom prst="rect">
            <a:avLst/>
          </a:prstGeom>
          <a:noFill/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Overview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Objectives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Technologies Used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Database Structure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Modules Description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Program Flow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 Advantages &amp; Limitations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 Future Enhancements</a:t>
            </a:r>
          </a:p>
          <a:p>
            <a:pPr marL="12700" algn="just">
              <a:lnSpc>
                <a:spcPct val="150000"/>
              </a:lnSpc>
              <a:spcBef>
                <a:spcPts val="130"/>
              </a:spcBef>
            </a:pPr>
            <a:r>
              <a:rPr lang="en-IN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Shopping Cart Simulation is a Java console application integrated with a MySQL database via JDBC.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users to browse available products, manage a shopping cart, and receive a discounted billing statement.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 data is stored in and retrieved from a MySQL database, ensuring real-time synchronisation.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add products to the cart, view cart contents, and remove items with automatic stock validation.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applies coupon-based discounts during billing and generates a final payable amount.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modular software design, JDBC connectivity, and Object-Oriented Programming principles.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 fully functional online shopping cart system using Java and MySQL.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Java-MySQL integration using JDBC (Java Database Connectivity).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product browsing, cart management, and billing features.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discount coupons in the billing process to simulate real-world scenarios.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modular software design using separate classes for each component.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practical exposure to JDBC API, PreparedStatements, and SQL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(JDK 17+)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developing the main application logic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input, processing, and console output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(Java Database Connectivity)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connect the Java application with the MySQL database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SQL queries using Connection, Statement, and ResultSet objects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product information in the products table within the Shopping database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(Structured Query Language)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creating tables, inserting, updating, and retrieving product data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VS Code / IntelliJ IDEA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writing, compiling, debugging, and running the Java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Name: Shopping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products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product_id  -  INT (Primary Key): Unique identifier for each product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-  VARCHAR: Display name of the product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 -  DOUBLE: Unit price of the product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 -  INT: Available stock quantity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to create: CREATE TABLE products (product_id INT PRIMARY KEY, name VARCHAR(100), price DOUBLE, stock INT);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connectivity: DriverManager.getConnection(url, user, password)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on product_id for fast lookups and efficient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4-tier console-based architecture: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1 - User / Console Interface: The user interacts via the terminal to browse products and manage the cart.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2 - Java Application Layer: Core logic handled by classes: ShoppingCartSimulation, Product, CartItem, and DBConnection.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3 - JDBC Layer: Java Database Connectivity bridges the Java application and the MySQL database.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4 - MySQL Database: The products table stores product_id, name, price, and stock data.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Flow: User Input  →  Java App  →  JDBC  →  MySQL  →  Result returned to user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database interactions use PreparedStatements to prevent SQL injection and ensure data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Database Connectivity (JDBC)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DBConnection.java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the JDBC driver using Class.forName("com.mysql.cj.jdbc.Driver").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the database connection using DriverManager.getConnection(URL, USER, PASS).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URL, username, and password are defined as private static constants.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 Connection object that is used by all other modules for query execution.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ClassNotFoundException (driver not found) and SQLException (connection error) gracefully.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the Java application to communicate with the MySQL database using the JDBC API for seamless data retrieval and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 Management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Product.java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product attributes: id, name, price, and stockQty with getters and setters.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loadProducts() method queries all rows from the products table using a SELECT statement.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from the ResultSet is mapped to a Product object and stored in ArrayList&lt;Product&gt;.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displayProducts() prints a formatted product table to the console for user selection.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quantity is updated dynamically when items are added to or removed from the cart.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all available products from the database and store product details so the user can select items for the shopping cart.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Cart Operations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CartItem.java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Cart: Validates available stock before adding a product; deducts quantity from the products table.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Cart: Displays all CartItems with product name, quantity, unit price, and subtotal amount.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Item: Removes a CartItem from the cart and restores the stock quantity in the database.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Validation: Prevents the user from adding more items than the available stock quantity.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CartItem stores a reference to a Product object and the selected quantity for billing.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real-world shopping cart functionality: add products, check availability, view selections, and remove items with live stock synchronisation.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Billing and Discount System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generateBill() in ShoppingCartSimulation.java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Calculates the subtotal by summing all CartItem subtotals (price x quantity).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Prompts the user to enter a discount coupon code.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Validates the coupon code and retrieves the applicable discount percentage.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Applies the discount to the total amount to compute the final payable amount.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Displays a detailed final bill with itemised cost and discount applied.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Coupon Codes: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mark17a  –  10% OFF  |  virat18  –  18% OFF  |  rcb2026  –  26% OFF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Generate the final bill by summing cart totals and applying valid discount coupons.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Flow &amp; Utility Classes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Flow: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starts; DBConnection establishes the MySQL connection via JDBC DriverManager.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loadProducts() fetches all products from the database and displays them to the user.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options: Add to Cart, View Cart, Remove Item, or Proceed to Billing.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cart operation updates stock in the database and reflects changes in the cart list.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generateBill() calculates total, applies coupon, and displays the final payable amount.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returns to the menu until the user chooses to exit.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Classes: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ShoppingCartSimulation.java: Main class; orchestrates all modules and the main menu loop.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Product.java: Maps database product rows to Java objects with getters and setters.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CartItem.java: Holds product reference and quantity; computes subtotals for billing.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DBConnection.java: Centralized JDBC connection setup using DriverManager.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product browsing, cart management, and billing, eliminating manual calculations.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database integration via JDBC ensures accurate and up-to-date product and stock data.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class design (Product, CartItem, DBConnection) makes the system easy to maintain and extend.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Coupon-based discount system simulates real-world e-commerce billing scenarios.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validation prevents overselling, ensuring data consistency and integrity.</a:t>
            </a:r>
          </a:p>
          <a:p>
            <a:pPr marL="457200">
              <a:lnSpc>
                <a:spcPct val="14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Console-based interface may not be user-friendly for non-technical users without a GUI.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multi-user or concurrent session support; system handles only a single user at a time.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authentication or role-based access control is implemented in the current version.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automated database backup may risk data loss in case of system failure.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Graphical User Interface (GUI) using Java Swing or JavaFX for better usability.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web-based interface using Java Servlets and JSP for remote access from any browser.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user authentication with login/logout functionality and role-based access control.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payment gateway simulation to mimic real-world online transaction processing.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 search and filter functionality to enhance the shopping experience.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report generation to export billing history and purchase records as PDF or Excel files.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multi-user support with session management for concurrent shopping sessions.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banner"/>
          <p:cNvSpPr txBox="1"/>
          <p:nvPr/>
        </p:nvSpPr>
        <p:spPr>
          <a:xfrm>
            <a:off x="2667000" y="228600"/>
            <a:ext cx="4724400" cy="457200"/>
          </a:xfrm>
          <a:prstGeom prst="rect">
            <a:avLst/>
          </a:prstGeom>
          <a:solidFill>
            <a:srgbClr val="E36C09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876300"/>
            <a:ext cx="9144000" cy="6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Shopping Cart Simulation successfully demonstrates Java-MySQL integration using JDBC.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four core modules (DB Connectivity, Product Management, Cart Operations, Billing) work seamlessly together.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simulates real-world e-commerce features including product browsing, cart management, and coupon-based billing.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using OOP principles ensures the system is scalable, maintainable, and extensible.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strong practical exposure to JDBC API, SQL queries, and Java programming concepts.</a:t>
            </a:r>
          </a:p>
          <a:p>
            <a:pPr marL="457200" indent="-342900">
              <a:lnSpc>
                <a:spcPct val="140000"/>
              </a:lnSpc>
              <a:spcBef>
                <a:spcPts val="100"/>
              </a:spcBef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includes a GUI interface, web-based access, user authentication, and payment gateway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4518-5651-E120-34F7-962E9441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10437-54A8-7DB7-7523-2318FAC3D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727" y="2743200"/>
            <a:ext cx="8949055" cy="1223412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rgbClr val="E36C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94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2752</TotalTime>
  <Words>1588</Words>
  <Application>Microsoft Office PowerPoint</Application>
  <PresentationFormat>Custom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Palatino Linotype</vt:lpstr>
      <vt:lpstr>Times New Roman</vt:lpstr>
      <vt:lpstr>Office Theme</vt:lpstr>
      <vt:lpstr> ONLINE SHOPPING CART SIMULATION USING JAVA AND MySQL (JDBC)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manikanta kandula</cp:lastModifiedBy>
  <cp:revision>58</cp:revision>
  <cp:lastPrinted>2025-10-14T18:21:49Z</cp:lastPrinted>
  <dcterms:created xsi:type="dcterms:W3CDTF">2025-10-10T08:28:06Z</dcterms:created>
  <dcterms:modified xsi:type="dcterms:W3CDTF">2026-04-05T20:58:21Z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